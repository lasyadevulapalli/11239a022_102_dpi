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AccrediVault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NAAC &amp; NBA Accreditation Evidence Management Platform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A Paperless Accreditation Evidence Repository with Digital Signature Simulation, QR Verification and SHA-256 Tamper-Evident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PRESENTATION — B.TECH CSE (ARTIFICIAL INTELLIGENCE &amp; MACHINE LEARNING)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Student Name: [Student Name]       |       Roll / Register No: [Roll Number / Register No.]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Project Guide: [Guide Name / Supervisor]       |       Department: Computer Science &amp; Engineering (AI &amp; ML)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Institution: [College / Institution Name]       |       Academic Year: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to AccrediVault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53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NAAC &amp; NBA Accreditation Standards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Higher Education Institutions in India are periodically evaluated by NAAC and NBA accreditation bodies, requiring thousands of verified evidence documents spanning academic, research, and governance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Multi-Departmental Evidence Aggregation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Accreditation evidence originates from diverse university departments (CSE, AIML, ECE, EEE), individual faculty members, placement cells, and IQAC quality assurance coordinators.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55264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28416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Challenges of Manual Evidence Management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Traditional physical filing and unmonitored digital storage lead to misplaced documents, approval delays, lack of verifiability, and vulnerability to undetected record tampering.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The AccrediVault Solution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AccrediVault provides a centralized, paperless accreditation repository featuring role-authenticated approval workflows, digital signature simulation, public QR verification, and SHA-256 tamper-evident audit trails.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Institutional Impact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Streamlines audit preparation, guarantees complete document chain-of-custody accountability, and enables instant accreditation readiness tracking for NAAC 7-Criteria peer team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Statement: Challenges in Traditional Accreditation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Scattered &amp; Unstructured Evidence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Accreditation documents are stored across isolated personal drives, physical cabinets, and unmonitored servers without uniform indexing.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19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Slow Manual Approval Workflows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Physical paper routing between Faculty, HODs, and Principals introduces severe bottlenecks and risk of document loss during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Lack of Status Transparency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Faculty members and IQAC coordinators lack real-time visibility into whether evidence is uploaded, pending review, approved, or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803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1752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Vulnerability of Database Audit Logs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Standard database logs can be altered directly by administrators or bad actors without leaving a cryptographic trace of unauthorized modification.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Difficulty in External Verification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External NAAC/NBA peer teams face difficulty verifying document authenticity, sign-off timestamps, and exact approval sequence.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4805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617720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❌ Unmonitored Accreditation Readiness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Institutions lack automated criteria-wise readiness metrics (NAAC Criteria I–VII) to identify missing evidence before formal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1. Centralized Evidence Repository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Establish an organized digital archive indexing academic evidence by department, academic year, NAAC criterion, and document 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8016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2. Role-Based Access Control (RBAC)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Implement secure authentication and role-specific workspaces for Faculty, HOD, Principal, NAAC/NBA Coordinator, and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3. Paperless Approval Workflow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Build a multi-stage approval chain (Faculty Upload → HOD Review → Principal Approval) with mandatory rejection reasons.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14600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4. Digital Signature Simulation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 simulated institutional Principal sign-off capturing signer identity, signature ref ID, timestamp, and simulation reference 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4047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5. SHA-256 Tamper-Evident Audit Trail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Construct a cryptographic hash chain linking all workflow events to detect record modification and maintain chain-of-custody.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49039"/>
            <a:ext cx="52578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79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6. QR / Verification ID Portal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Provide a public verification portal supporting QR codes and Verification IDs to instantly validate authentic documents.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80"/>
            <a:ext cx="10728655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7. Accreditation Readiness Monitoring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Enable real-time executive monitoring of NAAC 7-Criteria compliance matrix, department readiness scores, and document stats.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Role-Based Access Control (RBAC)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4144975"/>
                <a:gridCol w="246888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User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Demo User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Authorized Responsibilities &amp; Workspace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Sidebar Menu 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Prof. Rajesh Kumar</a:t>
                      </a:r>
                    </a:p>
                    <a:p>
                      <a:r>
                        <a:t>(faculty@demo.com)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Upload new accreditation evidence files; track personal submission approval status; view personal evidence archive.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Executive Dashboard, Upload Evidence, My Approval Status, My Evidence, QR Verification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Dr. Sunita Rao</a:t>
                      </a:r>
                    </a:p>
                    <a:p>
                      <a:r>
                        <a:t>(hod@demo.com)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Review departmental evidence; approve or reject submissions with mandatory remarks; view department evidence index.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Executive Dashboard, Approval Workflow, Department Evidence, Evidence Repository, QR, Audit Trail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Dr. A. K. Sharma</a:t>
                      </a:r>
                    </a:p>
                    <a:p>
                      <a:r>
                        <a:t>(principal@demo.com)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Final institutional approval; reject with reason; execute simulated digital signature sign-off with metadata.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Executive Dashboard, Approval Workflow, Evidence Repository, Audit Trail, QR Verification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NAAC/NBA Coordinator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Prof. Meena Reddy</a:t>
                      </a:r>
                    </a:p>
                    <a:p>
                      <a:r>
                        <a:t>(coordinator@demo.com)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Executive readiness monitoring; NAAC 7-Criteria matrix tracking; audit trail review; public QR verifier (Read-Only).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Executive Dashboard, Evidence Repository, Accreditation Status, Audit Trail, QR Verification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System Administrator</a:t>
                      </a:r>
                    </a:p>
                    <a:p>
                      <a:r>
                        <a:t>(admin@demo.com)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User management (create users); department configuration; system health monitoring and log oversight.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Admin Dashboard, Admin Management, Evidence Repository, Audit Trail, QR Verification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595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🔒 Security Note: Each authenticated role receives a dedicated workspace with role-filtered sidebar items. Backend API endpoints enforce HTTP header role authorization (x-user-role) to prevent unauthorized action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Accreditation Evidence Workflow &amp; Chain of Custody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1: Faculty Upload   →   Faculty uploads evidence with title, department, academic year, NAAC criterion, &amp; file attachment.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Status: Pending HOD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47672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2: HOD Review   →   HOD inspects departmental evidence. Approves to forward or rejects with mandatory remarks.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Status: Pending Principal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60904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06624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3: Principal Approval   →   Principal conducts final institutional review. Approves for digital signature or rejects with reason.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Status: Pending Digital 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4136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4: Digital Signature   →   Simulated Class-3 Principal Digital Signature attached with Ref ID, timestamp, &amp; serial.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Status: Digitally Signed / 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87368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5: Central Repository   →   Approved document indexed in central repository with permanent Document ID &amp; Verification ID.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Search &amp; Filter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6: QR Verification   →   Public QR Verifier resolves Verification ID or scanned QR code to authentic metadata &amp; audit history.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✓ Document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13831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59551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7: SHA-256 Audit Trail   →   Cryptographic SHA-256 hash chain links previous &amp; current hashes for complete audit integrity.</a:t>
            </a:r>
          </a:p>
          <a:p>
            <a:pPr>
              <a:defRPr sz="1000">
                <a:solidFill>
                  <a:srgbClr val="0D9488"/>
                </a:solidFill>
              </a:defRPr>
            </a:pPr>
            <a:r>
              <a:t>System Outcome: Tamper-Evident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Major System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Authentication &amp; RBAC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Role-authenticated login with session persistence, role identification, and route protection.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Evidence Submission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Faculty upload form supporting multi-criterion, department, academic year, and document type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Approval Workflow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Multi-stage approval chain (Faculty → HOD → Principal) with stage tracking steppers and rejection remarks.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Digital Signature Simulation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Simulated Class-3 Principal sign-off generating signature ref IDs, timestamps, and certificate serials.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5. Evidence Repository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Centralized searchable document archive supporting multi-filtering (department, criterion, year, status).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6. Accreditation Monitoring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Executive dashboard tracking overall readiness score (%), 7-Criteria matrix, and department index.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7. SHA-256 Audit Trail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Cryptographic hash chain linking event hashes with tamper detection and log restoration features.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8. QR Document Verification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Public document verification portal resolving Verification IDs and QR codes to authentic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9. Admin Management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System administration console for user account creation, department setup, and database stats.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53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PRESENTATION &amp; WORKSPACE LAYER (React 18 + Tailwind CSS + Lucide Icons)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Faculty Workspace  |  HOD Approval Queue  |  Principal Sign-off  |  Coordinator Monitor  |  Admin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APPLICATION LOGIC LAYER (Node.js + Express.js REST API Services)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Authentication &amp; RBAC Middleware (x-user-role validation)</a:t>
            </a:r>
            <a:br/>
            <a:r>
              <a:t>• Document Upload Service (Multer multipart handling)</a:t>
            </a:r>
            <a:br/>
            <a:r>
              <a:t>• Multi-Stage Workflow Approval Engine (HOD &amp; Principal approval status state machine)</a:t>
            </a:r>
            <a:br/>
            <a:r>
              <a:t>• Simulated Digital Signature Execution Service (Class-3 DSC metadata stamp generator)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728655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SECURITY, VERIFICATION &amp; AUDIT LAYER (SHA-256 &amp; QR Engine)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Node.js Crypto SHA-256 Tamper-Evident Hash Chain Engine (prev_hash | timestamp | action | current_hash)</a:t>
            </a:r>
            <a:br/>
            <a:r>
              <a:t>• Audit Integrity Verification Service &amp; Tamper Detection Engine</a:t>
            </a:r>
            <a:br/>
            <a:r>
              <a:t>• Public QR &amp; Verification ID Resolution Engine (QRCodeSVG + REST verifier)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DATABASE &amp; STORAGE LAYER (SQLite3 + Local File System)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Relational Tables: users, departments, documents, audit_trail  |  Local Storage: /server/uploads/ (PDF/Docs)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(Implementation Verified)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Frontend Framework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React 18, Vite, Javascript (ES6+)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Component-driven SPA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Styling &amp; UI Components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Tailwind CSS, Lucide React Icons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Glassmorphic modern responsive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41731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Backend Runtime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Node.js, Express.js (REST API)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Asynchronous server logic &amp; HTTP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Database Engine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SQLite3 (`accreditation.db`)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Embedded relational DB with promisified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File Upload Handling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Multer Middleware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Multipart evidence document upload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880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0175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Security &amp; Hashing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Node.js `crypto` (SHA-256)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Cryptographic hash chain computation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QR Code Generation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QRCodeSVG (`qrcode.react`)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Dynamic QR code rendering for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 Visualization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Recharts Library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Interactive bar charts &amp; pie charts for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4805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UI Feedback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Canvas Confetti (`canvas-confetti`)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Celebration feedback on digital signing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Outputs: Core Application User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32918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1. Glassmorphism Login Page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Role-authenticated sign-in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02_faculty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329184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2. Faculty Executive Dashboard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Metrics cards, department charts, &amp; status pie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23444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04_hod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29184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2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3. HOD Approval Workflow Queue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Departmental evidence review &amp; approval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shot_04_hod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79"/>
            <a:ext cx="3291840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5687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4. Principal Approval &amp; Signature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Principal final sign-off &amp; Digital Signature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eenshot_07_coordinator_stat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840479"/>
            <a:ext cx="3291840" cy="1828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34840" y="56875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5. Coordinator Accreditation Monitor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NAAC 7-Criteria readiness matrix &amp; completion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Security, Audit &amp; Document Verification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04_ho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320040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SHA-256 Tamper-Evident Audit Trail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Audit log entries linked via cryptographic SHA-256 hashes. verifyAuditIntegrity() verifies chain continuity across all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04_hod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320040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056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Tamper Detection &amp; Log Restoration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Simulated record alteration triggers hash mismatch (brokenIndex). System detects tamper &amp; enables 1-click log restoration.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23444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07_coordinator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371600"/>
            <a:ext cx="3200400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92440" y="338328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Public QR &amp; Verification ID Portal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Public verifier resolves Verification IDs or scanned QR codes, displaying document status, approved metadata, &amp; audit sequence.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072865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881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💡 Digital Signature Clarification: The digital signature workflow is implemented as an institutional prototype simulation (Class-3 DSC metadata stamp) for demonstration purposes.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ACCREDIVAULT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AccrediVault — NAAC &amp; NBA Accreditation Evidence Repository | B.Tech CSE (AI &amp; ML)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PROJECT CONCLUSION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Centralized Evidence Archive: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Successfully replaces fragmented physical files with a unified NAAC/NBA evidence repository.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Paperless Multi-Stage Workflow: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Eliminates physical routing bottlenecks through automated Faculty → HOD → Principal review queues.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Cryptographic Audit Chain: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Ensures 100% audit accountability via SHA-256 tamper-evident hash linking.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Public Document Verification: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Provides transparent verification of approved evidence using QR codes &amp; Verification IDs.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Executive Readiness Visibility: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Enables real-time monitoring of NAAC 7-Criteria compliance and department readiness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375" y="1280160"/>
            <a:ext cx="5257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41732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FUTURE ENHANCEMENTS &amp; SCOPE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🚀 Real eSign / DSC Integration: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Integrate legally binding eSign API / Class-3 USB Token signing services (eMudhra / C-DAC).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🚀 Cloud Deployment &amp; Encrypted Storage: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Deploy on AWS / Azure with S3 encrypted blob storage &amp; CDN distribution.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🚀 Institutional ERP Integration: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Connect with college ERP systems (e.g. CollPoll, Fedena) for automated faculty data sync.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🚀 Automated Queue Notifications: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Implement email and WhatsApp notifications for pending HOD &amp; Principal review queues.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🚀 AI-Powered Evidence Analytics: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Incorporate LLM-based evidence quality check &amp; automated criterion classification.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